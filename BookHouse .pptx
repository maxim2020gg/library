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Vollkorn"/>
      <p:regular r:id="rId13"/>
      <p:bold r:id="rId14"/>
      <p:italic r:id="rId15"/>
      <p:boldItalic r:id="rId16"/>
    </p:embeddedFont>
    <p:embeddedFont>
      <p:font typeface="Cormorant Garamond"/>
      <p:regular r:id="rId17"/>
      <p:bold r:id="rId18"/>
      <p:italic r:id="rId19"/>
      <p:boldItalic r:id="rId20"/>
    </p:embeddedFont>
    <p:embeddedFont>
      <p:font typeface="Cormorant Garamond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morantGaramond-boldItalic.fntdata"/><Relationship Id="rId11" Type="http://schemas.openxmlformats.org/officeDocument/2006/relationships/slide" Target="slides/slide6.xml"/><Relationship Id="rId22" Type="http://schemas.openxmlformats.org/officeDocument/2006/relationships/font" Target="fonts/CormorantGaramondLight-bold.fntdata"/><Relationship Id="rId10" Type="http://schemas.openxmlformats.org/officeDocument/2006/relationships/slide" Target="slides/slide5.xml"/><Relationship Id="rId21" Type="http://schemas.openxmlformats.org/officeDocument/2006/relationships/font" Target="fonts/CormorantGaramondLight-regular.fntdata"/><Relationship Id="rId13" Type="http://schemas.openxmlformats.org/officeDocument/2006/relationships/font" Target="fonts/Vollkorn-regular.fntdata"/><Relationship Id="rId24" Type="http://schemas.openxmlformats.org/officeDocument/2006/relationships/font" Target="fonts/CormorantGaramondLight-boldItalic.fntdata"/><Relationship Id="rId12" Type="http://schemas.openxmlformats.org/officeDocument/2006/relationships/slide" Target="slides/slide7.xml"/><Relationship Id="rId23" Type="http://schemas.openxmlformats.org/officeDocument/2006/relationships/font" Target="fonts/CormorantGaramond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Vollkorn-italic.fntdata"/><Relationship Id="rId14" Type="http://schemas.openxmlformats.org/officeDocument/2006/relationships/font" Target="fonts/Vollkorn-bold.fntdata"/><Relationship Id="rId17" Type="http://schemas.openxmlformats.org/officeDocument/2006/relationships/font" Target="fonts/CormorantGaramond-regular.fntdata"/><Relationship Id="rId16" Type="http://schemas.openxmlformats.org/officeDocument/2006/relationships/font" Target="fonts/Vollkorn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rmorantGaramond-italic.fntdata"/><Relationship Id="rId6" Type="http://schemas.openxmlformats.org/officeDocument/2006/relationships/slide" Target="slides/slide1.xml"/><Relationship Id="rId18" Type="http://schemas.openxmlformats.org/officeDocument/2006/relationships/font" Target="fonts/CormorantGaramon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1deb462e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1deb462e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1deb462e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1deb462e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deb462e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deb462e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1deb462e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1deb462e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1deb462e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1deb462e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1deb462e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1deb462e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 b="7163" l="2381" r="2362" t="7154"/>
          <a:stretch/>
        </p:blipFill>
        <p:spPr>
          <a:xfrm>
            <a:off x="-67200" y="-38718"/>
            <a:ext cx="9144003" cy="522093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333433" y="283209"/>
            <a:ext cx="8474458" cy="4511880"/>
            <a:chOff x="0" y="-28575"/>
            <a:chExt cx="4464000" cy="2376675"/>
          </a:xfrm>
        </p:grpSpPr>
        <p:sp>
          <p:nvSpPr>
            <p:cNvPr id="18" name="Google Shape;18;p4"/>
            <p:cNvSpPr/>
            <p:nvPr/>
          </p:nvSpPr>
          <p:spPr>
            <a:xfrm>
              <a:off x="0" y="0"/>
              <a:ext cx="4463975" cy="2348100"/>
            </a:xfrm>
            <a:custGeom>
              <a:rect b="b" l="l" r="r" t="t"/>
              <a:pathLst>
                <a:path extrusionOk="0" h="2348100" w="4463975">
                  <a:moveTo>
                    <a:pt x="17814" y="0"/>
                  </a:moveTo>
                  <a:lnTo>
                    <a:pt x="4446161" y="0"/>
                  </a:lnTo>
                  <a:cubicBezTo>
                    <a:pt x="4450885" y="0"/>
                    <a:pt x="4455416" y="1877"/>
                    <a:pt x="4458757" y="5218"/>
                  </a:cubicBezTo>
                  <a:cubicBezTo>
                    <a:pt x="4462098" y="8558"/>
                    <a:pt x="4463975" y="13090"/>
                    <a:pt x="4463975" y="17814"/>
                  </a:cubicBezTo>
                  <a:lnTo>
                    <a:pt x="4463975" y="2330285"/>
                  </a:lnTo>
                  <a:cubicBezTo>
                    <a:pt x="4463975" y="2335010"/>
                    <a:pt x="4462098" y="2339541"/>
                    <a:pt x="4458757" y="2342882"/>
                  </a:cubicBezTo>
                  <a:cubicBezTo>
                    <a:pt x="4455416" y="2346223"/>
                    <a:pt x="4450885" y="2348100"/>
                    <a:pt x="4446161" y="2348100"/>
                  </a:cubicBezTo>
                  <a:lnTo>
                    <a:pt x="17814" y="2348100"/>
                  </a:lnTo>
                  <a:cubicBezTo>
                    <a:pt x="13090" y="2348100"/>
                    <a:pt x="8558" y="2346223"/>
                    <a:pt x="5218" y="2342882"/>
                  </a:cubicBezTo>
                  <a:cubicBezTo>
                    <a:pt x="1877" y="2339541"/>
                    <a:pt x="0" y="2335010"/>
                    <a:pt x="0" y="2330285"/>
                  </a:cubicBezTo>
                  <a:lnTo>
                    <a:pt x="0" y="17814"/>
                  </a:lnTo>
                  <a:cubicBezTo>
                    <a:pt x="0" y="13090"/>
                    <a:pt x="1877" y="8558"/>
                    <a:pt x="5218" y="5218"/>
                  </a:cubicBezTo>
                  <a:cubicBezTo>
                    <a:pt x="8558" y="1877"/>
                    <a:pt x="13090" y="0"/>
                    <a:pt x="17814" y="0"/>
                  </a:cubicBezTo>
                  <a:close/>
                </a:path>
              </a:pathLst>
            </a:custGeom>
            <a:solidFill>
              <a:srgbClr val="AF896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4"/>
            <p:cNvSpPr txBox="1"/>
            <p:nvPr/>
          </p:nvSpPr>
          <p:spPr>
            <a:xfrm>
              <a:off x="0" y="-28575"/>
              <a:ext cx="4464000" cy="23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0;p4"/>
          <p:cNvSpPr/>
          <p:nvPr/>
        </p:nvSpPr>
        <p:spPr>
          <a:xfrm>
            <a:off x="179856" y="1780012"/>
            <a:ext cx="3171825" cy="3171825"/>
          </a:xfrm>
          <a:custGeom>
            <a:rect b="b" l="l" r="r" t="t"/>
            <a:pathLst>
              <a:path extrusionOk="0" h="6343650" w="6343650">
                <a:moveTo>
                  <a:pt x="0" y="0"/>
                </a:moveTo>
                <a:lnTo>
                  <a:pt x="6343650" y="0"/>
                </a:lnTo>
                <a:lnTo>
                  <a:pt x="6343650" y="6343650"/>
                </a:lnTo>
                <a:lnTo>
                  <a:pt x="0" y="63436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" name="Google Shape;21;p4"/>
          <p:cNvSpPr/>
          <p:nvPr/>
        </p:nvSpPr>
        <p:spPr>
          <a:xfrm flipH="1">
            <a:off x="5798110" y="1780012"/>
            <a:ext cx="3171825" cy="3171825"/>
          </a:xfrm>
          <a:custGeom>
            <a:rect b="b" l="l" r="r" t="t"/>
            <a:pathLst>
              <a:path extrusionOk="0" h="6343650" w="6343650">
                <a:moveTo>
                  <a:pt x="6343650" y="0"/>
                </a:moveTo>
                <a:lnTo>
                  <a:pt x="0" y="0"/>
                </a:lnTo>
                <a:lnTo>
                  <a:pt x="0" y="6343650"/>
                </a:lnTo>
                <a:lnTo>
                  <a:pt x="6343650" y="6343650"/>
                </a:lnTo>
                <a:lnTo>
                  <a:pt x="634365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 flipH="1" rot="10800000">
            <a:off x="179856" y="194100"/>
            <a:ext cx="3171825" cy="3171825"/>
          </a:xfrm>
          <a:custGeom>
            <a:rect b="b" l="l" r="r" t="t"/>
            <a:pathLst>
              <a:path extrusionOk="0" h="6343650" w="6343650">
                <a:moveTo>
                  <a:pt x="0" y="6343650"/>
                </a:moveTo>
                <a:lnTo>
                  <a:pt x="6343650" y="6343650"/>
                </a:lnTo>
                <a:lnTo>
                  <a:pt x="6343650" y="0"/>
                </a:lnTo>
                <a:lnTo>
                  <a:pt x="0" y="0"/>
                </a:lnTo>
                <a:lnTo>
                  <a:pt x="0" y="634365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 rot="10800000">
            <a:off x="5798110" y="194100"/>
            <a:ext cx="3171825" cy="3171825"/>
          </a:xfrm>
          <a:custGeom>
            <a:rect b="b" l="l" r="r" t="t"/>
            <a:pathLst>
              <a:path extrusionOk="0" h="6343650" w="6343650">
                <a:moveTo>
                  <a:pt x="6343650" y="6343650"/>
                </a:moveTo>
                <a:lnTo>
                  <a:pt x="0" y="6343650"/>
                </a:lnTo>
                <a:lnTo>
                  <a:pt x="0" y="0"/>
                </a:lnTo>
                <a:lnTo>
                  <a:pt x="6343650" y="0"/>
                </a:lnTo>
                <a:lnTo>
                  <a:pt x="6343650" y="634365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5"/>
          <p:cNvGrpSpPr/>
          <p:nvPr/>
        </p:nvGrpSpPr>
        <p:grpSpPr>
          <a:xfrm>
            <a:off x="333433" y="283209"/>
            <a:ext cx="8474458" cy="4511880"/>
            <a:chOff x="0" y="-28575"/>
            <a:chExt cx="4464000" cy="2376675"/>
          </a:xfrm>
        </p:grpSpPr>
        <p:sp>
          <p:nvSpPr>
            <p:cNvPr id="28" name="Google Shape;28;p5"/>
            <p:cNvSpPr/>
            <p:nvPr/>
          </p:nvSpPr>
          <p:spPr>
            <a:xfrm>
              <a:off x="0" y="0"/>
              <a:ext cx="4463975" cy="2348100"/>
            </a:xfrm>
            <a:custGeom>
              <a:rect b="b" l="l" r="r" t="t"/>
              <a:pathLst>
                <a:path extrusionOk="0" h="2348100" w="4463975">
                  <a:moveTo>
                    <a:pt x="0" y="0"/>
                  </a:moveTo>
                  <a:lnTo>
                    <a:pt x="4463975" y="0"/>
                  </a:lnTo>
                  <a:lnTo>
                    <a:pt x="4463975" y="2348100"/>
                  </a:lnTo>
                  <a:lnTo>
                    <a:pt x="0" y="2348100"/>
                  </a:lnTo>
                  <a:close/>
                </a:path>
              </a:pathLst>
            </a:custGeom>
            <a:solidFill>
              <a:srgbClr val="AF8962"/>
            </a:solidFill>
            <a:ln>
              <a:noFill/>
            </a:ln>
          </p:spPr>
        </p:sp>
        <p:sp>
          <p:nvSpPr>
            <p:cNvPr id="29" name="Google Shape;29;p5"/>
            <p:cNvSpPr txBox="1"/>
            <p:nvPr/>
          </p:nvSpPr>
          <p:spPr>
            <a:xfrm>
              <a:off x="0" y="-28575"/>
              <a:ext cx="4464000" cy="23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927075"/>
            <a:ext cx="42924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>
            <a:off x="-23812" y="3086100"/>
            <a:ext cx="2057400" cy="20574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" name="Google Shape;32;p5"/>
          <p:cNvSpPr/>
          <p:nvPr/>
        </p:nvSpPr>
        <p:spPr>
          <a:xfrm flipH="1">
            <a:off x="7096125" y="3086100"/>
            <a:ext cx="2057400" cy="2057400"/>
          </a:xfrm>
          <a:custGeom>
            <a:rect b="b" l="l" r="r" t="t"/>
            <a:pathLst>
              <a:path extrusionOk="0"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" name="Google Shape;33;p5"/>
          <p:cNvSpPr/>
          <p:nvPr/>
        </p:nvSpPr>
        <p:spPr>
          <a:xfrm flipH="1" rot="10800000">
            <a:off x="-23812" y="-14753"/>
            <a:ext cx="2057400" cy="2057400"/>
          </a:xfrm>
          <a:custGeom>
            <a:rect b="b" l="l" r="r" t="t"/>
            <a:pathLst>
              <a:path extrusionOk="0"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" name="Google Shape;34;p5"/>
          <p:cNvSpPr/>
          <p:nvPr/>
        </p:nvSpPr>
        <p:spPr>
          <a:xfrm rot="10800000">
            <a:off x="7096125" y="-14753"/>
            <a:ext cx="2057400" cy="2057400"/>
          </a:xfrm>
          <a:custGeom>
            <a:rect b="b" l="l" r="r" t="t"/>
            <a:pathLst>
              <a:path extrusionOk="0"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5" name="Google Shape;35;p5"/>
          <p:cNvCxnSpPr/>
          <p:nvPr/>
        </p:nvCxnSpPr>
        <p:spPr>
          <a:xfrm>
            <a:off x="2226906" y="4788033"/>
            <a:ext cx="4678200" cy="0"/>
          </a:xfrm>
          <a:prstGeom prst="straightConnector1">
            <a:avLst/>
          </a:prstGeom>
          <a:noFill/>
          <a:ln cap="flat" cmpd="sng" w="28575">
            <a:solidFill>
              <a:srgbClr val="D5C4B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5"/>
          <p:cNvCxnSpPr/>
          <p:nvPr/>
        </p:nvCxnSpPr>
        <p:spPr>
          <a:xfrm>
            <a:off x="2226906" y="344600"/>
            <a:ext cx="4678200" cy="0"/>
          </a:xfrm>
          <a:prstGeom prst="straightConnector1">
            <a:avLst/>
          </a:prstGeom>
          <a:noFill/>
          <a:ln cap="flat" cmpd="sng" w="28575">
            <a:solidFill>
              <a:srgbClr val="D5C4B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5"/>
          <p:cNvCxnSpPr/>
          <p:nvPr/>
        </p:nvCxnSpPr>
        <p:spPr>
          <a:xfrm>
            <a:off x="4565968" y="3990907"/>
            <a:ext cx="0" cy="1763700"/>
          </a:xfrm>
          <a:prstGeom prst="straightConnector1">
            <a:avLst/>
          </a:prstGeom>
          <a:noFill/>
          <a:ln cap="flat" cmpd="sng" w="28575">
            <a:solidFill>
              <a:srgbClr val="D5C4B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5"/>
          <p:cNvCxnSpPr/>
          <p:nvPr/>
        </p:nvCxnSpPr>
        <p:spPr>
          <a:xfrm rot="10800000">
            <a:off x="4568584" y="349273"/>
            <a:ext cx="0" cy="904800"/>
          </a:xfrm>
          <a:prstGeom prst="straightConnector1">
            <a:avLst/>
          </a:prstGeom>
          <a:noFill/>
          <a:ln cap="flat" cmpd="sng" w="28575">
            <a:solidFill>
              <a:srgbClr val="D5C4B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5"/>
          <p:cNvSpPr/>
          <p:nvPr/>
        </p:nvSpPr>
        <p:spPr>
          <a:xfrm rot="5400000">
            <a:off x="4422863" y="3783544"/>
            <a:ext cx="690246" cy="471878"/>
          </a:xfrm>
          <a:custGeom>
            <a:rect b="b" l="l" r="r" t="t"/>
            <a:pathLst>
              <a:path extrusionOk="0" h="943755" w="1380493">
                <a:moveTo>
                  <a:pt x="0" y="0"/>
                </a:moveTo>
                <a:lnTo>
                  <a:pt x="1380493" y="0"/>
                </a:lnTo>
                <a:lnTo>
                  <a:pt x="1380493" y="943755"/>
                </a:lnTo>
                <a:lnTo>
                  <a:pt x="0" y="94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" name="Google Shape;40;p5"/>
          <p:cNvSpPr/>
          <p:nvPr/>
        </p:nvSpPr>
        <p:spPr>
          <a:xfrm rot="-5400000">
            <a:off x="4022948" y="984796"/>
            <a:ext cx="690247" cy="471878"/>
          </a:xfrm>
          <a:custGeom>
            <a:rect b="b" l="l" r="r" t="t"/>
            <a:pathLst>
              <a:path extrusionOk="0" h="943755" w="1380493">
                <a:moveTo>
                  <a:pt x="0" y="0"/>
                </a:moveTo>
                <a:lnTo>
                  <a:pt x="1380493" y="0"/>
                </a:lnTo>
                <a:lnTo>
                  <a:pt x="1380493" y="943755"/>
                </a:lnTo>
                <a:lnTo>
                  <a:pt x="0" y="943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387900" y="1283225"/>
            <a:ext cx="3938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3" name="Google Shape;43;p5"/>
          <p:cNvSpPr/>
          <p:nvPr>
            <p:ph idx="2" type="pic"/>
          </p:nvPr>
        </p:nvSpPr>
        <p:spPr>
          <a:xfrm>
            <a:off x="5344175" y="923075"/>
            <a:ext cx="2805900" cy="344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6"/>
          <p:cNvGrpSpPr/>
          <p:nvPr/>
        </p:nvGrpSpPr>
        <p:grpSpPr>
          <a:xfrm>
            <a:off x="333433" y="283209"/>
            <a:ext cx="8474458" cy="4511880"/>
            <a:chOff x="0" y="-28575"/>
            <a:chExt cx="4464000" cy="2376675"/>
          </a:xfrm>
        </p:grpSpPr>
        <p:sp>
          <p:nvSpPr>
            <p:cNvPr id="46" name="Google Shape;46;p6"/>
            <p:cNvSpPr/>
            <p:nvPr/>
          </p:nvSpPr>
          <p:spPr>
            <a:xfrm>
              <a:off x="0" y="0"/>
              <a:ext cx="4463975" cy="2348100"/>
            </a:xfrm>
            <a:custGeom>
              <a:rect b="b" l="l" r="r" t="t"/>
              <a:pathLst>
                <a:path extrusionOk="0" h="2348100" w="4463975">
                  <a:moveTo>
                    <a:pt x="0" y="0"/>
                  </a:moveTo>
                  <a:lnTo>
                    <a:pt x="4463975" y="0"/>
                  </a:lnTo>
                  <a:lnTo>
                    <a:pt x="4463975" y="2348100"/>
                  </a:lnTo>
                  <a:lnTo>
                    <a:pt x="0" y="2348100"/>
                  </a:lnTo>
                  <a:close/>
                </a:path>
              </a:pathLst>
            </a:custGeom>
            <a:solidFill>
              <a:srgbClr val="AF8962"/>
            </a:solidFill>
            <a:ln>
              <a:noFill/>
            </a:ln>
          </p:spPr>
        </p:sp>
        <p:sp>
          <p:nvSpPr>
            <p:cNvPr id="47" name="Google Shape;47;p6"/>
            <p:cNvSpPr txBox="1"/>
            <p:nvPr/>
          </p:nvSpPr>
          <p:spPr>
            <a:xfrm>
              <a:off x="0" y="-28575"/>
              <a:ext cx="4464000" cy="23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8" name="Google Shape;48;p6"/>
          <p:cNvCxnSpPr/>
          <p:nvPr/>
        </p:nvCxnSpPr>
        <p:spPr>
          <a:xfrm>
            <a:off x="1574110" y="4702969"/>
            <a:ext cx="5992800" cy="0"/>
          </a:xfrm>
          <a:prstGeom prst="straightConnector1">
            <a:avLst/>
          </a:prstGeom>
          <a:noFill/>
          <a:ln cap="flat" cmpd="sng" w="47625">
            <a:solidFill>
              <a:srgbClr val="E8BE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6"/>
          <p:cNvCxnSpPr/>
          <p:nvPr/>
        </p:nvCxnSpPr>
        <p:spPr>
          <a:xfrm rot="10800000">
            <a:off x="1583493" y="427162"/>
            <a:ext cx="5992800" cy="0"/>
          </a:xfrm>
          <a:prstGeom prst="straightConnector1">
            <a:avLst/>
          </a:prstGeom>
          <a:noFill/>
          <a:ln cap="flat" cmpd="sng" w="47625">
            <a:solidFill>
              <a:srgbClr val="E8BE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6"/>
          <p:cNvCxnSpPr/>
          <p:nvPr/>
        </p:nvCxnSpPr>
        <p:spPr>
          <a:xfrm rot="10800000">
            <a:off x="4568584" y="427069"/>
            <a:ext cx="0" cy="4275900"/>
          </a:xfrm>
          <a:prstGeom prst="straightConnector1">
            <a:avLst/>
          </a:prstGeom>
          <a:noFill/>
          <a:ln cap="flat" cmpd="sng" w="47625">
            <a:solidFill>
              <a:srgbClr val="E8BE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6"/>
          <p:cNvCxnSpPr/>
          <p:nvPr/>
        </p:nvCxnSpPr>
        <p:spPr>
          <a:xfrm rot="10800000">
            <a:off x="421481" y="878030"/>
            <a:ext cx="0" cy="2987100"/>
          </a:xfrm>
          <a:prstGeom prst="straightConnector1">
            <a:avLst/>
          </a:prstGeom>
          <a:noFill/>
          <a:ln cap="flat" cmpd="sng" w="47625">
            <a:solidFill>
              <a:srgbClr val="E8BE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6"/>
          <p:cNvCxnSpPr/>
          <p:nvPr/>
        </p:nvCxnSpPr>
        <p:spPr>
          <a:xfrm rot="10800000">
            <a:off x="8727281" y="878030"/>
            <a:ext cx="0" cy="2987100"/>
          </a:xfrm>
          <a:prstGeom prst="straightConnector1">
            <a:avLst/>
          </a:prstGeom>
          <a:noFill/>
          <a:ln cap="flat" cmpd="sng" w="47625">
            <a:solidFill>
              <a:srgbClr val="E8BE9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6"/>
          <p:cNvSpPr/>
          <p:nvPr/>
        </p:nvSpPr>
        <p:spPr>
          <a:xfrm>
            <a:off x="270605" y="3543114"/>
            <a:ext cx="1313030" cy="1313030"/>
          </a:xfrm>
          <a:custGeom>
            <a:rect b="b" l="l" r="r" t="t"/>
            <a:pathLst>
              <a:path extrusionOk="0" h="2626060" w="2626060">
                <a:moveTo>
                  <a:pt x="0" y="0"/>
                </a:moveTo>
                <a:lnTo>
                  <a:pt x="2626060" y="0"/>
                </a:lnTo>
                <a:lnTo>
                  <a:pt x="2626060" y="2626060"/>
                </a:lnTo>
                <a:lnTo>
                  <a:pt x="0" y="2626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" name="Google Shape;54;p6"/>
          <p:cNvSpPr/>
          <p:nvPr/>
        </p:nvSpPr>
        <p:spPr>
          <a:xfrm rot="10800000">
            <a:off x="7566768" y="273987"/>
            <a:ext cx="1313030" cy="1313030"/>
          </a:xfrm>
          <a:custGeom>
            <a:rect b="b" l="l" r="r" t="t"/>
            <a:pathLst>
              <a:path extrusionOk="0" h="2626060" w="2626060">
                <a:moveTo>
                  <a:pt x="0" y="0"/>
                </a:moveTo>
                <a:lnTo>
                  <a:pt x="2626060" y="0"/>
                </a:lnTo>
                <a:lnTo>
                  <a:pt x="2626060" y="2626059"/>
                </a:lnTo>
                <a:lnTo>
                  <a:pt x="0" y="26260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6"/>
          <p:cNvSpPr/>
          <p:nvPr/>
        </p:nvSpPr>
        <p:spPr>
          <a:xfrm flipH="1">
            <a:off x="7566768" y="3543114"/>
            <a:ext cx="1313030" cy="1313030"/>
          </a:xfrm>
          <a:custGeom>
            <a:rect b="b" l="l" r="r" t="t"/>
            <a:pathLst>
              <a:path extrusionOk="0" h="2626060" w="2626060">
                <a:moveTo>
                  <a:pt x="2626060" y="0"/>
                </a:moveTo>
                <a:lnTo>
                  <a:pt x="0" y="0"/>
                </a:lnTo>
                <a:lnTo>
                  <a:pt x="0" y="2626060"/>
                </a:lnTo>
                <a:lnTo>
                  <a:pt x="2626060" y="2626060"/>
                </a:lnTo>
                <a:lnTo>
                  <a:pt x="26260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" name="Google Shape;56;p6"/>
          <p:cNvSpPr/>
          <p:nvPr/>
        </p:nvSpPr>
        <p:spPr>
          <a:xfrm flipH="1" rot="10800000">
            <a:off x="270605" y="273987"/>
            <a:ext cx="1313030" cy="1313030"/>
          </a:xfrm>
          <a:custGeom>
            <a:rect b="b" l="l" r="r" t="t"/>
            <a:pathLst>
              <a:path extrusionOk="0" h="2626060" w="2626060">
                <a:moveTo>
                  <a:pt x="2626060" y="0"/>
                </a:moveTo>
                <a:lnTo>
                  <a:pt x="0" y="0"/>
                </a:lnTo>
                <a:lnTo>
                  <a:pt x="0" y="2626059"/>
                </a:lnTo>
                <a:lnTo>
                  <a:pt x="2626060" y="2626059"/>
                </a:lnTo>
                <a:lnTo>
                  <a:pt x="26260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668325" y="978425"/>
            <a:ext cx="390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" type="body"/>
          </p:nvPr>
        </p:nvSpPr>
        <p:spPr>
          <a:xfrm>
            <a:off x="668325" y="1685875"/>
            <a:ext cx="3821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p6"/>
          <p:cNvSpPr txBox="1"/>
          <p:nvPr>
            <p:ph idx="2" type="body"/>
          </p:nvPr>
        </p:nvSpPr>
        <p:spPr>
          <a:xfrm>
            <a:off x="4832400" y="16858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" name="Google Shape;6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>
            <p:ph idx="2" type="pic"/>
          </p:nvPr>
        </p:nvSpPr>
        <p:spPr>
          <a:xfrm>
            <a:off x="423550" y="509350"/>
            <a:ext cx="2484300" cy="40932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7"/>
          <p:cNvSpPr/>
          <p:nvPr>
            <p:ph idx="3" type="pic"/>
          </p:nvPr>
        </p:nvSpPr>
        <p:spPr>
          <a:xfrm>
            <a:off x="6236150" y="509350"/>
            <a:ext cx="2484300" cy="4093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"/>
          <p:cNvSpPr/>
          <p:nvPr>
            <p:ph idx="4" type="pic"/>
          </p:nvPr>
        </p:nvSpPr>
        <p:spPr>
          <a:xfrm>
            <a:off x="3556825" y="509350"/>
            <a:ext cx="2065200" cy="33594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7"/>
          <p:cNvSpPr/>
          <p:nvPr/>
        </p:nvSpPr>
        <p:spPr>
          <a:xfrm>
            <a:off x="6090476" y="364772"/>
            <a:ext cx="2784806" cy="4413957"/>
          </a:xfrm>
          <a:custGeom>
            <a:rect b="b" l="l" r="r" t="t"/>
            <a:pathLst>
              <a:path extrusionOk="0" h="8827913" w="5569611">
                <a:moveTo>
                  <a:pt x="0" y="0"/>
                </a:moveTo>
                <a:lnTo>
                  <a:pt x="5569611" y="0"/>
                </a:lnTo>
                <a:lnTo>
                  <a:pt x="5569611" y="8827914"/>
                </a:lnTo>
                <a:lnTo>
                  <a:pt x="0" y="8827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" name="Google Shape;66;p7"/>
          <p:cNvSpPr/>
          <p:nvPr/>
        </p:nvSpPr>
        <p:spPr>
          <a:xfrm>
            <a:off x="3421555" y="364771"/>
            <a:ext cx="2300890" cy="3646943"/>
          </a:xfrm>
          <a:custGeom>
            <a:rect b="b" l="l" r="r" t="t"/>
            <a:pathLst>
              <a:path extrusionOk="0" h="7293886" w="4601779">
                <a:moveTo>
                  <a:pt x="0" y="0"/>
                </a:moveTo>
                <a:lnTo>
                  <a:pt x="4601780" y="0"/>
                </a:lnTo>
                <a:lnTo>
                  <a:pt x="4601780" y="7293887"/>
                </a:lnTo>
                <a:lnTo>
                  <a:pt x="0" y="72938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" name="Google Shape;67;p7"/>
          <p:cNvSpPr/>
          <p:nvPr/>
        </p:nvSpPr>
        <p:spPr>
          <a:xfrm>
            <a:off x="268718" y="364772"/>
            <a:ext cx="2784806" cy="4413957"/>
          </a:xfrm>
          <a:custGeom>
            <a:rect b="b" l="l" r="r" t="t"/>
            <a:pathLst>
              <a:path extrusionOk="0" h="8827913" w="5569611">
                <a:moveTo>
                  <a:pt x="0" y="0"/>
                </a:moveTo>
                <a:lnTo>
                  <a:pt x="5569611" y="0"/>
                </a:lnTo>
                <a:lnTo>
                  <a:pt x="5569611" y="8827914"/>
                </a:lnTo>
                <a:lnTo>
                  <a:pt x="0" y="8827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8" name="Google Shape;68;p7"/>
          <p:cNvCxnSpPr/>
          <p:nvPr/>
        </p:nvCxnSpPr>
        <p:spPr>
          <a:xfrm>
            <a:off x="3556819" y="4688681"/>
            <a:ext cx="2065200" cy="0"/>
          </a:xfrm>
          <a:prstGeom prst="straightConnector1">
            <a:avLst/>
          </a:prstGeom>
          <a:noFill/>
          <a:ln cap="flat" cmpd="sng" w="47625">
            <a:solidFill>
              <a:srgbClr val="E8BE9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7"/>
          <p:cNvSpPr txBox="1"/>
          <p:nvPr>
            <p:ph type="title"/>
          </p:nvPr>
        </p:nvSpPr>
        <p:spPr>
          <a:xfrm>
            <a:off x="3286800" y="4140210"/>
            <a:ext cx="257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8512" y="-346299"/>
            <a:ext cx="9441024" cy="58360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type="title"/>
          </p:nvPr>
        </p:nvSpPr>
        <p:spPr>
          <a:xfrm>
            <a:off x="138810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8" name="Google Shape;7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204685" y="3447120"/>
            <a:ext cx="1478646" cy="1478646"/>
          </a:xfrm>
          <a:custGeom>
            <a:rect b="b" l="l" r="r" t="t"/>
            <a:pathLst>
              <a:path extrusionOk="0" h="2957292" w="2957292">
                <a:moveTo>
                  <a:pt x="0" y="0"/>
                </a:moveTo>
                <a:lnTo>
                  <a:pt x="2957292" y="0"/>
                </a:lnTo>
                <a:lnTo>
                  <a:pt x="2957292" y="2957292"/>
                </a:lnTo>
                <a:lnTo>
                  <a:pt x="0" y="295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2" name="Google Shape;82;p9"/>
          <p:cNvSpPr/>
          <p:nvPr/>
        </p:nvSpPr>
        <p:spPr>
          <a:xfrm flipH="1" rot="10800000">
            <a:off x="204685" y="207998"/>
            <a:ext cx="1478646" cy="1478646"/>
          </a:xfrm>
          <a:custGeom>
            <a:rect b="b" l="l" r="r" t="t"/>
            <a:pathLst>
              <a:path extrusionOk="0" h="2957292" w="2957292">
                <a:moveTo>
                  <a:pt x="0" y="2957292"/>
                </a:moveTo>
                <a:lnTo>
                  <a:pt x="2957292" y="2957292"/>
                </a:lnTo>
                <a:lnTo>
                  <a:pt x="2957292" y="0"/>
                </a:lnTo>
                <a:lnTo>
                  <a:pt x="0" y="0"/>
                </a:lnTo>
                <a:lnTo>
                  <a:pt x="0" y="2957292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9"/>
          <p:cNvSpPr/>
          <p:nvPr/>
        </p:nvSpPr>
        <p:spPr>
          <a:xfrm flipH="1">
            <a:off x="7460336" y="3447120"/>
            <a:ext cx="1478646" cy="1478646"/>
          </a:xfrm>
          <a:custGeom>
            <a:rect b="b" l="l" r="r" t="t"/>
            <a:pathLst>
              <a:path extrusionOk="0" h="2957292" w="2957292">
                <a:moveTo>
                  <a:pt x="2957292" y="0"/>
                </a:moveTo>
                <a:lnTo>
                  <a:pt x="0" y="0"/>
                </a:lnTo>
                <a:lnTo>
                  <a:pt x="0" y="2957292"/>
                </a:lnTo>
                <a:lnTo>
                  <a:pt x="2957292" y="2957292"/>
                </a:lnTo>
                <a:lnTo>
                  <a:pt x="2957292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" name="Google Shape;84;p9"/>
          <p:cNvSpPr/>
          <p:nvPr/>
        </p:nvSpPr>
        <p:spPr>
          <a:xfrm rot="10800000">
            <a:off x="7460336" y="207998"/>
            <a:ext cx="1478646" cy="1478646"/>
          </a:xfrm>
          <a:custGeom>
            <a:rect b="b" l="l" r="r" t="t"/>
            <a:pathLst>
              <a:path extrusionOk="0" h="2957292" w="2957292">
                <a:moveTo>
                  <a:pt x="2957292" y="2957292"/>
                </a:moveTo>
                <a:lnTo>
                  <a:pt x="0" y="2957292"/>
                </a:lnTo>
                <a:lnTo>
                  <a:pt x="0" y="0"/>
                </a:lnTo>
                <a:lnTo>
                  <a:pt x="2957292" y="0"/>
                </a:lnTo>
                <a:lnTo>
                  <a:pt x="2957292" y="2957292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0"/>
          <p:cNvPicPr preferRelativeResize="0"/>
          <p:nvPr/>
        </p:nvPicPr>
        <p:blipFill rotWithShape="1">
          <a:blip r:embed="rId2">
            <a:alphaModFix/>
          </a:blip>
          <a:srcRect b="24374" l="4954" r="4962" t="24374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3357869" y="4199110"/>
            <a:ext cx="2428262" cy="2057400"/>
          </a:xfrm>
          <a:custGeom>
            <a:rect b="b" l="l" r="r" t="t"/>
            <a:pathLst>
              <a:path extrusionOk="0" h="4114800" w="4856524">
                <a:moveTo>
                  <a:pt x="0" y="0"/>
                </a:moveTo>
                <a:lnTo>
                  <a:pt x="4856524" y="0"/>
                </a:lnTo>
                <a:lnTo>
                  <a:pt x="48565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 rot="10800000">
            <a:off x="3357869" y="-1022025"/>
            <a:ext cx="2428262" cy="2057400"/>
          </a:xfrm>
          <a:custGeom>
            <a:rect b="b" l="l" r="r" t="t"/>
            <a:pathLst>
              <a:path extrusionOk="0" h="4114800" w="4856524">
                <a:moveTo>
                  <a:pt x="0" y="0"/>
                </a:moveTo>
                <a:lnTo>
                  <a:pt x="4856524" y="0"/>
                </a:lnTo>
                <a:lnTo>
                  <a:pt x="48565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1572600" y="3751125"/>
            <a:ext cx="59988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morant Garamond Light"/>
              <a:buNone/>
              <a:defRPr b="0" i="1" sz="2800" u="none" cap="none" strike="noStrike">
                <a:solidFill>
                  <a:schemeClr val="dk1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rmorant Garamond Light"/>
              <a:buChar char="●"/>
              <a:defRPr b="0" i="1" sz="1800" u="none" cap="none" strike="noStrike">
                <a:solidFill>
                  <a:schemeClr val="dk2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ollkorn"/>
              <a:buChar char="○"/>
              <a:defRPr b="0" i="0" sz="1400" u="none" cap="none" strike="noStrike">
                <a:solidFill>
                  <a:schemeClr val="dk2"/>
                </a:solidFill>
                <a:latin typeface="Vollkorn"/>
                <a:ea typeface="Vollkorn"/>
                <a:cs typeface="Vollkorn"/>
                <a:sym typeface="Vollkorn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ollkorn"/>
              <a:buChar char="■"/>
              <a:defRPr b="0" i="0" sz="1400" u="none" cap="none" strike="noStrike">
                <a:solidFill>
                  <a:schemeClr val="dk2"/>
                </a:solidFill>
                <a:latin typeface="Vollkorn"/>
                <a:ea typeface="Vollkorn"/>
                <a:cs typeface="Vollkorn"/>
                <a:sym typeface="Vollkorn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ollkorn"/>
              <a:buChar char="●"/>
              <a:defRPr b="0" i="0" sz="1400" u="none" cap="none" strike="noStrike">
                <a:solidFill>
                  <a:schemeClr val="dk2"/>
                </a:solidFill>
                <a:latin typeface="Vollkorn"/>
                <a:ea typeface="Vollkorn"/>
                <a:cs typeface="Vollkorn"/>
                <a:sym typeface="Vollkorn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ollkorn"/>
              <a:buChar char="○"/>
              <a:defRPr b="0" i="0" sz="1400" u="none" cap="none" strike="noStrike">
                <a:solidFill>
                  <a:schemeClr val="dk2"/>
                </a:solidFill>
                <a:latin typeface="Vollkorn"/>
                <a:ea typeface="Vollkorn"/>
                <a:cs typeface="Vollkorn"/>
                <a:sym typeface="Vollkorn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ollkorn"/>
              <a:buChar char="■"/>
              <a:defRPr b="0" i="0" sz="1400" u="none" cap="none" strike="noStrike">
                <a:solidFill>
                  <a:schemeClr val="dk2"/>
                </a:solidFill>
                <a:latin typeface="Vollkorn"/>
                <a:ea typeface="Vollkorn"/>
                <a:cs typeface="Vollkorn"/>
                <a:sym typeface="Vollkorn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ollkorn"/>
              <a:buChar char="●"/>
              <a:defRPr b="0" i="0" sz="1400" u="none" cap="none" strike="noStrike">
                <a:solidFill>
                  <a:schemeClr val="dk2"/>
                </a:solidFill>
                <a:latin typeface="Vollkorn"/>
                <a:ea typeface="Vollkorn"/>
                <a:cs typeface="Vollkorn"/>
                <a:sym typeface="Vollkorn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ollkorn"/>
              <a:buChar char="○"/>
              <a:defRPr b="0" i="0" sz="1400" u="none" cap="none" strike="noStrike">
                <a:solidFill>
                  <a:schemeClr val="dk2"/>
                </a:solidFill>
                <a:latin typeface="Vollkorn"/>
                <a:ea typeface="Vollkorn"/>
                <a:cs typeface="Vollkorn"/>
                <a:sym typeface="Vollkorn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Vollkorn"/>
              <a:buChar char="■"/>
              <a:defRPr b="0" i="0" sz="1400" u="none" cap="none" strike="noStrike">
                <a:solidFill>
                  <a:schemeClr val="dk2"/>
                </a:solidFill>
                <a:latin typeface="Vollkorn"/>
                <a:ea typeface="Vollkorn"/>
                <a:cs typeface="Vollkorn"/>
                <a:sym typeface="Vollkorn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BookHouse</a:t>
            </a:r>
            <a:endParaRPr/>
          </a:p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311700" y="2834125"/>
            <a:ext cx="8520600" cy="18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Выполнили студенты группы 2ИСИП-824: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Зорин М. А.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Сенюшкин К. Р.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Сечко А. С.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Байрамукова Л. </a:t>
            </a:r>
            <a:endParaRPr/>
          </a:p>
        </p:txBody>
      </p:sp>
      <p:sp>
        <p:nvSpPr>
          <p:cNvPr id="97" name="Google Shape;97;p11"/>
          <p:cNvSpPr txBox="1"/>
          <p:nvPr/>
        </p:nvSpPr>
        <p:spPr>
          <a:xfrm>
            <a:off x="1404150" y="545299"/>
            <a:ext cx="6335700" cy="1146900"/>
          </a:xfrm>
          <a:prstGeom prst="rect">
            <a:avLst/>
          </a:prstGeom>
          <a:noFill/>
          <a:ln>
            <a:noFill/>
          </a:ln>
        </p:spPr>
        <p:txBody>
          <a:bodyPr anchorCtr="1" anchor="t" bIns="34275" lIns="68575" spcFirstLastPara="1" rIns="68575" wrap="square" tIns="34275">
            <a:normAutofit fontScale="85000"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Федеральное государственное образовательное бюджетное учреждение высшего образования “ФИНАНСОВЫЙ УНИВЕРСИТЕТ ПРИ ПРАВИТЕЛЬСТВЕ РОССИЙСКОЙ ФЕДЕРАЦИИ” (Финансовый университет) Колледж информатики и программирования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Книги со сплошной заливкой" id="98" name="Google Shape;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51800">
            <a:off x="7885955" y="834550"/>
            <a:ext cx="6858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>
            <p:ph type="title"/>
          </p:nvPr>
        </p:nvSpPr>
        <p:spPr>
          <a:xfrm>
            <a:off x="668325" y="978425"/>
            <a:ext cx="390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Распределение обязанностей</a:t>
            </a:r>
            <a:endParaRPr/>
          </a:p>
        </p:txBody>
      </p:sp>
      <p:sp>
        <p:nvSpPr>
          <p:cNvPr id="104" name="Google Shape;104;p12"/>
          <p:cNvSpPr txBox="1"/>
          <p:nvPr>
            <p:ph idx="1" type="body"/>
          </p:nvPr>
        </p:nvSpPr>
        <p:spPr>
          <a:xfrm>
            <a:off x="668325" y="1685875"/>
            <a:ext cx="382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latin typeface="Cormorant Garamond"/>
                <a:ea typeface="Cormorant Garamond"/>
                <a:cs typeface="Cormorant Garamond"/>
                <a:sym typeface="Cormorant Garamond"/>
              </a:rPr>
              <a:t>Лиана Байрамукова</a:t>
            </a:r>
            <a:r>
              <a:rPr lang="ru" sz="1600"/>
              <a:t> - Модуль пользователей (Person)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Регистрация пользователей с валидацией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Управление данными читателей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Работа с файлами пользователей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latin typeface="Cormorant Garamond"/>
                <a:ea typeface="Cormorant Garamond"/>
                <a:cs typeface="Cormorant Garamond"/>
                <a:sym typeface="Cormorant Garamond"/>
              </a:rPr>
              <a:t>Зорин </a:t>
            </a:r>
            <a:r>
              <a:rPr lang="ru" sz="1600"/>
              <a:t>- Модуль каталога (Literature)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Структура книг и физических копий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Каталог из 50 классических произведений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Поиск и управление книгами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2"/>
          <p:cNvSpPr txBox="1"/>
          <p:nvPr>
            <p:ph idx="2" type="body"/>
          </p:nvPr>
        </p:nvSpPr>
        <p:spPr>
          <a:xfrm>
            <a:off x="4736350" y="125550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Сенюшкин </a:t>
            </a:r>
            <a:r>
              <a:rPr lang="ru" sz="1600">
                <a:solidFill>
                  <a:schemeClr val="dk1"/>
                </a:solidFill>
              </a:rPr>
              <a:t>- Интерфейс библиотекаря (LibrarianSystem)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Аутентификация и авторизация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Выдача и прием литературы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Основной интерфейс управления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Сечко </a:t>
            </a:r>
            <a:r>
              <a:rPr lang="ru" sz="1600">
                <a:solidFill>
                  <a:schemeClr val="dk1"/>
                </a:solidFill>
              </a:rPr>
              <a:t>- Учет выдачи (LoanManager)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Система записи выданных книг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Расчет сроков и штрафов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Отчетность по выдачам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type="title"/>
          </p:nvPr>
        </p:nvSpPr>
        <p:spPr>
          <a:xfrm>
            <a:off x="2253975" y="4140200"/>
            <a:ext cx="449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Лиана Байрамукова - Пользователи</a:t>
            </a:r>
            <a:endParaRPr/>
          </a:p>
        </p:txBody>
      </p:sp>
      <p:pic>
        <p:nvPicPr>
          <p:cNvPr id="111" name="Google Shape;11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125" y="307600"/>
            <a:ext cx="4108082" cy="3456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7" y="616250"/>
            <a:ext cx="4526992" cy="3090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type="title"/>
          </p:nvPr>
        </p:nvSpPr>
        <p:spPr>
          <a:xfrm>
            <a:off x="3286800" y="4140210"/>
            <a:ext cx="25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Зорин - Каталог книг</a:t>
            </a:r>
            <a:endParaRPr/>
          </a:p>
        </p:txBody>
      </p:sp>
      <p:pic>
        <p:nvPicPr>
          <p:cNvPr id="118" name="Google Shape;11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075" y="455425"/>
            <a:ext cx="4284620" cy="288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127" y="521713"/>
            <a:ext cx="4043022" cy="27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>
            <p:ph type="title"/>
          </p:nvPr>
        </p:nvSpPr>
        <p:spPr>
          <a:xfrm>
            <a:off x="3020138" y="4049775"/>
            <a:ext cx="3091500" cy="9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Сенюшкин - Интерфейс библиотекаря</a:t>
            </a:r>
            <a:endParaRPr/>
          </a:p>
        </p:txBody>
      </p:sp>
      <p:pic>
        <p:nvPicPr>
          <p:cNvPr id="125" name="Google Shape;12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3850"/>
            <a:ext cx="3949100" cy="319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7160" y="928375"/>
            <a:ext cx="4055790" cy="2924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type="title"/>
          </p:nvPr>
        </p:nvSpPr>
        <p:spPr>
          <a:xfrm>
            <a:off x="3286800" y="4140210"/>
            <a:ext cx="257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Сечко - Учет выдачи и штрафов</a:t>
            </a:r>
            <a:endParaRPr/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150" y="318750"/>
            <a:ext cx="4267201" cy="3394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3301" y="423125"/>
            <a:ext cx="4367848" cy="3289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>
            <a:off x="138810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 этом все,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FFFFFF"/>
      </a:dk1>
      <a:lt1>
        <a:srgbClr val="CBA37B"/>
      </a:lt1>
      <a:dk2>
        <a:srgbClr val="FFFFFF"/>
      </a:dk2>
      <a:lt2>
        <a:srgbClr val="AF8962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